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45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Our project is the Process Termination Message System. It shows how a parent process uses fork() to create children and then uses waitpid() to find out when and why each child terminated. Introduce team members, then move to the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parent can create many children with fork(). It needs to know when each one finishes. A child simply ending gives the parent nothing useful by itself. Our system detects termination and reports the reason and status. This is a practical demonstration of OS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question our project answers. The parent must reliably detect that a child terminated, identify which child by PID, and understand how and why it ended: normal exit with a status, or a signal. It must also collect the status so no zombie is left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objectives. We create children with fork(), monitor them, detect termination with wait or waitpid, analyze the status, print a meaningful message, and keep parent and child properly synchronized.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side: the three system calls. fork creates the child, exit ends a process with a status, wait or waitpid lets the parent collect that status. Right side: four macros that decode the status integer. Bottom: a zombie is a terminated child whose status was never collected; waitpid reaps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top to bottom. Parent calls fork, a child is created and does its task, then terminates. The parent's waitpid receives the status. If the termination was normal we read the exit status; otherwise we read the signal number. Either way a message is displayed and the parent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core code. fork returns the child's PID to the parent. waitpid blocks until that child terminates and stores the result in status. Right: WIFEXITED then WEXITSTATUS for normal exit; WIFSIGNALED then WTERMSIG for signal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terminal: the child finishes its task and exits with status 0, so WIFEXITED is true. Right terminal: the child is killed by signal 9, so WIFSIGNALED is true and WTERMSIG returns 9. The same parent code handles both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the system gives us, mainly meaningful termination information and zombie prevention for both normal and abnormal termination. Right: places where this pattern is used, such as process monitoring, servers, schedulers, and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parents need reliable termination information; waitpid collects it; the status macros separate normal from signal termination; collecting status prevents zombies; and the project demonstrates practical Linux process management and synchronization. Thank you,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Reporting Child Process Termination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60D18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54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2520030032-A.AMULYA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2520030600-Ch.GAYATRI SRI HARSHITA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2520030275-KUNAL SHAHANE</a:t>
            </a:r>
          </a:p>
          <a:p>
            <a:pPr marL="0" indent="0" algn="l">
              <a:buNone/>
            </a:pPr>
            <a:endParaRPr lang="en-US" sz="1100" dirty="0">
              <a:solidFill>
                <a:schemeClr val="bg2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SEC-7</a:t>
            </a:r>
            <a:endParaRPr lang="en-US" sz="1400" dirty="0">
              <a:solidFill>
                <a:schemeClr val="bg2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       : K.HEMA</a:t>
            </a:r>
          </a:p>
        </p:txBody>
      </p:sp>
      <p:sp>
        <p:nvSpPr>
          <p:cNvPr id="7" name="Shape 5"/>
          <p:cNvSpPr/>
          <p:nvPr/>
        </p:nvSpPr>
        <p:spPr>
          <a:xfrm>
            <a:off x="6126480" y="640080"/>
            <a:ext cx="2560320" cy="3977640"/>
          </a:xfrm>
          <a:prstGeom prst="roundRect">
            <a:avLst>
              <a:gd name="adj" fmla="val 285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777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72300" y="1188720"/>
            <a:ext cx="868680" cy="868680"/>
          </a:xfrm>
          <a:prstGeom prst="ellipse">
            <a:avLst/>
          </a:prstGeom>
          <a:solidFill>
            <a:srgbClr val="1B3A66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72300" y="1188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2450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H="1">
            <a:off x="6812280" y="2057400"/>
            <a:ext cx="594360" cy="114300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23660" y="3200400"/>
            <a:ext cx="777240" cy="777240"/>
          </a:xfrm>
          <a:prstGeom prst="ellipse">
            <a:avLst/>
          </a:prstGeom>
          <a:solidFill>
            <a:srgbClr val="12233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366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057400"/>
            <a:ext cx="594360" cy="114300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12380" y="3200400"/>
            <a:ext cx="777240" cy="777240"/>
          </a:xfrm>
          <a:prstGeom prst="ellipse">
            <a:avLst/>
          </a:prstGeom>
          <a:solidFill>
            <a:srgbClr val="1223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1238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Termination Info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344168"/>
            <a:ext cx="438912" cy="438912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45" y="1458285"/>
            <a:ext cx="210678" cy="21067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280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can create multiple </a:t>
            </a: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processes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938528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2002536"/>
            <a:ext cx="438912" cy="438912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" y="2116653"/>
            <a:ext cx="210678" cy="2106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19385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must know when a child finishes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596896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2660904"/>
            <a:ext cx="438912" cy="438912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45" y="2775021"/>
            <a:ext cx="210678" cy="21067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25968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just ending tells the parent nothing useful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57200" y="3255264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66928" y="3319272"/>
            <a:ext cx="438912" cy="438912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45" y="3433389"/>
            <a:ext cx="210678" cy="21067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2552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reports the termination reason and status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57200" y="391363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66928" y="3977640"/>
            <a:ext cx="438912" cy="438912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45" y="4091757"/>
            <a:ext cx="210678" cy="21067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88720" y="39136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OS process management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760720" y="128016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monitors children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789420" y="1737360"/>
            <a:ext cx="868680" cy="868680"/>
          </a:xfrm>
          <a:prstGeom prst="ellipse">
            <a:avLst/>
          </a:prstGeom>
          <a:solidFill>
            <a:srgbClr val="1B3A66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78942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2450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 flipH="1">
            <a:off x="6537960" y="2606040"/>
            <a:ext cx="685800" cy="59436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6149340" y="3200400"/>
            <a:ext cx="777240" cy="777240"/>
          </a:xfrm>
          <a:prstGeom prst="ellipse">
            <a:avLst/>
          </a:prstGeom>
          <a:solidFill>
            <a:srgbClr val="12233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14934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2451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98932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223760" y="2606040"/>
            <a:ext cx="685800" cy="59436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7520940" y="3200400"/>
            <a:ext cx="777240" cy="777240"/>
          </a:xfrm>
          <a:prstGeom prst="ellipse">
            <a:avLst/>
          </a:prstGeom>
          <a:solidFill>
            <a:srgbClr val="1223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52094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2452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736092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B3A66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a parent process reliably detect the termination of its child process and determine how and why it terminated?”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258775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9260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child termination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73552" y="2926080"/>
            <a:ext cx="258775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0712" y="29260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867912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child using </a:t>
            </a: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89904" y="2926080"/>
            <a:ext cx="258775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27064" y="29260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684264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termination reason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258775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3794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</a:t>
            </a: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status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73552" y="3794760"/>
            <a:ext cx="258775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10712" y="3794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867912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signal-based termination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89904" y="3794760"/>
            <a:ext cx="2587752" cy="73152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27064" y="3794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684264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zombie processes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63951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child processes using </a:t>
            </a: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73552" y="1325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56432" y="1508760"/>
            <a:ext cx="502920" cy="50292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191" y="163951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56432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child processes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89904" y="1325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72784" y="1508760"/>
            <a:ext cx="502920" cy="50292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543" y="163951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72784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termination using </a:t>
            </a: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57200" y="306324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337687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0080" y="3840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process termination status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3273552" y="306324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456432" y="3246120"/>
            <a:ext cx="502920" cy="50292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191" y="3376879"/>
            <a:ext cx="241402" cy="2414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456432" y="3840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meaningful termination messages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089904" y="306324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272784" y="3246120"/>
            <a:ext cx="502920" cy="50292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3543" y="3376879"/>
            <a:ext cx="241402" cy="2414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272784" y="3840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proper process synchronization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OS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&amp; Status Macros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MACROS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63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37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child process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304288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exit()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633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a process with an exit status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99816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/ waitpid()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waits for and collects child termination status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50876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15087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WIFEXITED(status)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normal termination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211226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00600" y="2112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WEXITSTATUS(status)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2112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exit code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71576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00600" y="2715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WIFSIGNALED(status)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2715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signal-based termination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331927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00600" y="33192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WTERMSIG(status)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3319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terminating signal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3A66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" y="4133088"/>
            <a:ext cx="457200" cy="45720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51960"/>
            <a:ext cx="219456" cy="21945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4023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Zombie prevention: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terminated child stays in the process table until the parent collects its status. </a:t>
            </a: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reaps it, so no zombie remains.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SYSTEM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0" y="150876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057400" y="1234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5740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150876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657600" y="1234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50876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1234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Created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150876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858000" y="1234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Performs Task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43800" y="1783080"/>
            <a:ext cx="0" cy="27432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858000" y="20574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Terminates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257800" y="20574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0" y="20574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5760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29400" y="237744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triangle"/>
          </a:ln>
        </p:spPr>
      </p:sp>
      <p:sp>
        <p:nvSpPr>
          <p:cNvPr id="28" name="Shape 25"/>
          <p:cNvSpPr/>
          <p:nvPr/>
        </p:nvSpPr>
        <p:spPr>
          <a:xfrm>
            <a:off x="5029200" y="237744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triangle"/>
          </a:ln>
        </p:spPr>
      </p:sp>
      <p:sp>
        <p:nvSpPr>
          <p:cNvPr id="29" name="Shape 26"/>
          <p:cNvSpPr/>
          <p:nvPr/>
        </p:nvSpPr>
        <p:spPr>
          <a:xfrm>
            <a:off x="3429000" y="2377440"/>
            <a:ext cx="2286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triangle"/>
          </a:ln>
        </p:spPr>
      </p:sp>
      <p:sp>
        <p:nvSpPr>
          <p:cNvPr id="30" name="Shape 27"/>
          <p:cNvSpPr/>
          <p:nvPr/>
        </p:nvSpPr>
        <p:spPr>
          <a:xfrm>
            <a:off x="1600200" y="1965960"/>
            <a:ext cx="1828800" cy="822960"/>
          </a:xfrm>
          <a:prstGeom prst="diamond">
            <a:avLst/>
          </a:prstGeom>
          <a:solidFill>
            <a:srgbClr val="1B3A66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60020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termination?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14600" y="2788920"/>
            <a:ext cx="0" cy="13716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71600" y="2926080"/>
            <a:ext cx="2286000" cy="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371600" y="2926080"/>
            <a:ext cx="0" cy="22860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657600" y="2926080"/>
            <a:ext cx="0" cy="22860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640080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840480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31546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2233F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exit status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message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743200" y="31546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2233F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743200" y="3154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signal number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message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120640" y="31546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303520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paths: </a:t>
            </a: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reaps the child, so no zombie remains.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371600" y="3931920"/>
            <a:ext cx="0" cy="22860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57600" y="3931920"/>
            <a:ext cx="0" cy="22860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371600" y="4160520"/>
            <a:ext cx="2286000" cy="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514600" y="4160520"/>
            <a:ext cx="0" cy="137160"/>
          </a:xfrm>
          <a:prstGeom prst="line">
            <a:avLst/>
          </a:prstGeom>
          <a:noFill/>
          <a:ln w="1905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1600200" y="42976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223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60020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continues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429000" y="4498848"/>
            <a:ext cx="411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3840480" y="429768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2233F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840480" y="42976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060D18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3898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3898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3898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25880" y="13350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monitor.c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6459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pid = 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(pid, &amp;status, 0);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(status)) {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 exited normally\n"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"Exit status: %d\n"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WEXITSTATUS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(status));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(status)) {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 terminated by signal %d\n"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WTERMSIG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(status));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23560" y="128016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1417320"/>
            <a:ext cx="365760" cy="36576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2801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the child; </a:t>
            </a: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the parent until that PID terminates and fills </a:t>
            </a: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23560" y="2441448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2578608"/>
            <a:ext cx="365760" cy="36576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441448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normal exit; </a:t>
            </a: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WEXITSTATUS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the exit code.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23560" y="3602736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3739896"/>
            <a:ext cx="365760" cy="365760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3602736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killed by a signal; </a:t>
            </a: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WTERMSIG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the signal number.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60D18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3898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13898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1335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user@linux: ~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6916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Process Started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Process Created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Process PID: 2451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Child: Performing task...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Child: Task completed successfully.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 Child 2451 terminated normally.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 Exit status = 0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termination → </a:t>
            </a: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WIFEXITED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60D18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3898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13898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66360" y="13898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0" y="1335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user@linux: ~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16916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Process Started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Process Created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Process PID: 2452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Child: Performing task...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 Child 2452 terminated by signal 9.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 Termination detected successfully.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termination → </a:t>
            </a: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WIFSIGNALED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9FDE73-763F-B050-8A04-693CDDA2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46" y="1321947"/>
            <a:ext cx="4351074" cy="28425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192AF4-FECA-6780-6B1C-803725763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30507"/>
            <a:ext cx="4392064" cy="2926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ADVANTAGES &amp; APPLICATIONS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367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50876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termination information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130552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585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130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zombie processes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2752344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8036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27523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 OS process management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3374136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0215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1560" y="33741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monitoring of child processes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57200" y="3995928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2394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51560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normal and abnormal termination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66344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4800600" y="1581912"/>
            <a:ext cx="384048" cy="384048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452" y="1681764"/>
            <a:ext cx="184343" cy="18434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800600" y="20025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monitoring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6766560" y="1508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6903720" y="1581912"/>
            <a:ext cx="384048" cy="384048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572" y="1681764"/>
            <a:ext cx="184343" cy="184343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903720" y="20025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applications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4663440" y="253288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4800600" y="2606040"/>
            <a:ext cx="384048" cy="384048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0452" y="2705892"/>
            <a:ext cx="184343" cy="184343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800600" y="30266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6766560" y="253288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6903720" y="2606040"/>
            <a:ext cx="384048" cy="384048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572" y="2705892"/>
            <a:ext cx="184343" cy="184343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903720" y="30266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 management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4663440" y="3557016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4800600" y="3630168"/>
            <a:ext cx="384048" cy="384048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452" y="3730020"/>
            <a:ext cx="184343" cy="184343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4800600" y="4050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100" dirty="0"/>
          </a:p>
        </p:txBody>
      </p:sp>
      <p:sp>
        <p:nvSpPr>
          <p:cNvPr id="43" name="Shape 30"/>
          <p:cNvSpPr/>
          <p:nvPr/>
        </p:nvSpPr>
        <p:spPr>
          <a:xfrm>
            <a:off x="6766560" y="3557016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6903720" y="3630168"/>
            <a:ext cx="384048" cy="384048"/>
          </a:xfrm>
          <a:prstGeom prst="ellipse">
            <a:avLst/>
          </a:prstGeom>
          <a:solidFill>
            <a:srgbClr val="1B3A66"/>
          </a:solidFill>
          <a:ln w="9525">
            <a:solidFill>
              <a:srgbClr val="38BDF8"/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3572" y="3730020"/>
            <a:ext cx="184343" cy="184343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903720" y="4050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process supervision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 Message System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80160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2801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need reliable information about child termination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975104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97510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the parent collect termination information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70048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670048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67004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macros distinguish normal and signal-based termination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364992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3364992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36499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process handling prevents zombie processes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059936"/>
            <a:ext cx="5212080" cy="603504"/>
          </a:xfrm>
          <a:prstGeom prst="roundRect">
            <a:avLst>
              <a:gd name="adj" fmla="val 12121"/>
            </a:avLst>
          </a:prstGeom>
          <a:solidFill>
            <a:srgbClr val="12233F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4059936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059936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Linux process management and synchronization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0" y="128016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B3A66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exit(0)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1219</Words>
  <Application>Microsoft Office PowerPoint</Application>
  <PresentationFormat>On-screen Show (16:9)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Termination Message System</dc:title>
  <dc:subject>PptxGenJS Presentation</dc:subject>
  <dc:creator>PptxGenJS</dc:creator>
  <cp:lastModifiedBy>Alluru Amulya</cp:lastModifiedBy>
  <cp:revision>2</cp:revision>
  <dcterms:created xsi:type="dcterms:W3CDTF">2026-10-01T05:33:15Z</dcterms:created>
  <dcterms:modified xsi:type="dcterms:W3CDTF">2026-10-05T08:28:53Z</dcterms:modified>
</cp:coreProperties>
</file>